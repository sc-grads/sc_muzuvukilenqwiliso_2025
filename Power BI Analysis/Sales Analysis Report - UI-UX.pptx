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268" r:id="rId3"/>
    <p:sldId id="269" r:id="rId4"/>
    <p:sldId id="278" r:id="rId5"/>
    <p:sldId id="279" r:id="rId6"/>
    <p:sldId id="28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64B3"/>
    <a:srgbClr val="F8F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8" autoAdjust="0"/>
    <p:restoredTop sz="94660"/>
  </p:normalViewPr>
  <p:slideViewPr>
    <p:cSldViewPr snapToGrid="0">
      <p:cViewPr>
        <p:scale>
          <a:sx n="75" d="100"/>
          <a:sy n="75" d="100"/>
        </p:scale>
        <p:origin x="245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DB7D5-7F34-4830-BA8C-2A6C2C25FA22}" type="datetimeFigureOut">
              <a:rPr lang="en-ZA" smtClean="0"/>
              <a:t>2025/08/04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3497B-1EB5-426C-A675-2C46A0A6C84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8034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3497B-1EB5-426C-A675-2C46A0A6C84F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59772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6F5EA-541E-D746-447E-AFA6928D2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3419D-15A3-E80E-CDB3-93E0D35DF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CF260-1A06-D5E3-C6C8-CE9A8CA1D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9D273-974A-40A4-AF21-B88972BE91B3}" type="datetimeFigureOut">
              <a:rPr lang="en-ZA" smtClean="0"/>
              <a:t>2025/08/04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B47E5-92B8-A0AB-80DD-A15916AF6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96341-6526-805B-2958-D6C89E404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EECC-DCC5-486B-8D12-D2BED14D31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11896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0C324-40B0-CE89-1757-ECBCC01DA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80666-ED92-5164-19D8-913C61FE0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FB4F6-C9E7-8940-5120-164635CEE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9D273-974A-40A4-AF21-B88972BE91B3}" type="datetimeFigureOut">
              <a:rPr lang="en-ZA" smtClean="0"/>
              <a:t>2025/08/04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DD721-00A3-C869-658C-C0A7CB872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6A852-D473-5A2D-1F7D-C178D436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EECC-DCC5-486B-8D12-D2BED14D31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6206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38EF-A965-C250-6800-BCB507BBC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6026F-7A9C-C5C9-6BCD-5E2031891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F54E8-0982-DA67-9750-589B131D8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9D273-974A-40A4-AF21-B88972BE91B3}" type="datetimeFigureOut">
              <a:rPr lang="en-ZA" smtClean="0"/>
              <a:t>2025/08/04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E5620-8EA2-8FF0-47CD-3A7ED6CB3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18169-318D-54F1-BEC5-FAD117CB8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EECC-DCC5-486B-8D12-D2BED14D31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68851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68724-6530-3B8E-B3D1-DAB0C9FE9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E9D2A-9E14-0B65-16C7-6132F6813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402A86-FD25-1846-6FA7-B06EA14DE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69DBB-5E25-5159-DA72-AEF2BBC8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9D273-974A-40A4-AF21-B88972BE91B3}" type="datetimeFigureOut">
              <a:rPr lang="en-ZA" smtClean="0"/>
              <a:t>2025/08/04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D4D6E-13FF-5CC0-A943-46DE2DC77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12E68-E0B4-BEBC-7B2A-18B2C4D5E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EECC-DCC5-486B-8D12-D2BED14D31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67776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73D18-5A3E-6AA4-D4A0-5D0B85D6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5787F-0774-6738-ECFA-B38AF6B4C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901BE-E5F4-DC81-A29D-8B1423E4C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0496AE-541D-81C7-7788-02743868A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F6C616-AD4D-2DD4-4F24-D8AC95B7AF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12D3D-7386-CB6B-C9C2-86094E68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9D273-974A-40A4-AF21-B88972BE91B3}" type="datetimeFigureOut">
              <a:rPr lang="en-ZA" smtClean="0"/>
              <a:t>2025/08/04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21CB7E-AC4E-8FE6-6A41-7AFD6EDD4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7B14EF-3D9D-EAB5-36B6-0D314D68D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EECC-DCC5-486B-8D12-D2BED14D31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4545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67E25-20A9-1ECC-A0E4-D1AAC8A20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C4F5B4-2FF3-54F8-434F-ECC8CF8C2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9D273-974A-40A4-AF21-B88972BE91B3}" type="datetimeFigureOut">
              <a:rPr lang="en-ZA" smtClean="0"/>
              <a:t>2025/08/04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A76ED4-A7CD-DF7B-CBB3-3B9523942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92A5AE-7B2D-77B9-0573-188595B63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EECC-DCC5-486B-8D12-D2BED14D31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13305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EA936B-8B93-AE25-B414-63EDFD1E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9D273-974A-40A4-AF21-B88972BE91B3}" type="datetimeFigureOut">
              <a:rPr lang="en-ZA" smtClean="0"/>
              <a:t>2025/08/04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B27044-C325-D2AC-0871-16EF196A0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69F33-3048-7E7B-C3C1-03B1FB6F4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EECC-DCC5-486B-8D12-D2BED14D31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7496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2EC36-F3ED-08C3-66FE-01E08D08F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19AD4-881C-D6C3-BEAF-301F8AC67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71570-2D68-B04F-7070-D665A5932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729F2-6677-1BDF-A6C2-933E7B327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9D273-974A-40A4-AF21-B88972BE91B3}" type="datetimeFigureOut">
              <a:rPr lang="en-ZA" smtClean="0"/>
              <a:t>2025/08/04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6BFAC-E92E-5699-F15F-6607B1FB7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2CCD2-BFEF-AAD6-28D1-616C1DE58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EECC-DCC5-486B-8D12-D2BED14D31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7061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3E9A3-FD1F-B95B-E2C9-1FEF977F0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7D56D4-C190-4486-8BAA-9BA4F3D223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BFB38-3C4A-1431-45F7-9921B7D50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E96BC-B976-43C2-E9B8-7062D6260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9D273-974A-40A4-AF21-B88972BE91B3}" type="datetimeFigureOut">
              <a:rPr lang="en-ZA" smtClean="0"/>
              <a:t>2025/08/04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11944-1A31-FE1B-248A-791A9DF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61B5A-26A0-E0AD-D5BD-4F2BC4B2E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EECC-DCC5-486B-8D12-D2BED14D31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30408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7E790-F874-2B6A-1F4B-4B18BE44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CBCCA1-BC4E-B38C-3663-53D9EAF0F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EE1F0-D331-16C4-AB12-0C88AB869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9D273-974A-40A4-AF21-B88972BE91B3}" type="datetimeFigureOut">
              <a:rPr lang="en-ZA" smtClean="0"/>
              <a:t>2025/08/04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3AF4F-8CAC-3F40-8B03-5093FB36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A7BAD-2965-FDF2-C887-FA579987A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EECC-DCC5-486B-8D12-D2BED14D31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0253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D234CD-FF05-1643-F948-0317551CE4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01680-F3DF-ABD1-E268-BB98FEDA5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8899D-C62C-D69B-FA64-5F2FBED6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9D273-974A-40A4-AF21-B88972BE91B3}" type="datetimeFigureOut">
              <a:rPr lang="en-ZA" smtClean="0"/>
              <a:t>2025/08/04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E2459-D56F-7216-EB9D-29DD1B0BE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6F1A9-FB7C-AE3A-AAB3-1081629CD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EECC-DCC5-486B-8D12-D2BED14D31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79007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7D9AE-DF06-EF72-C0BC-5AADC3F93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836B3-D7C6-E63C-F135-9B12ABC8C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54556-F5FD-F663-6842-EBED09265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F5084-A497-D5B3-A8D3-85B8E63E9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AB417-0499-3BF6-7158-E6B672EA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58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C31F-8E1D-B7D9-328E-DCA1C29A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CF01B-0F6C-D3EB-D7B6-AB6A77BD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A960F-E7F9-6A6E-29F3-C95DB9FF1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1121B-15B6-610B-BC9F-F23617A83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AF5DC-B8B1-5B80-0E3D-10751D8DC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990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33EAD-D41F-49B0-E56B-8656DEC99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6A507-10E5-186A-A5D7-198124169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BB256-AB93-1FEC-322C-86F9D9E9B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0E986-A94A-F2D3-FA37-FCBA16D28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C84F2-3990-2B4D-C3A1-F490D45E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607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36D67-D3EC-07C9-6916-0DECCFFCA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B4E90-508F-E33C-584E-06EFE21A5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714A6-14BF-1CD3-1290-D46DDCEA3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12398-FF0F-0243-63C7-26894C5A7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25319-4F2F-F0CE-A463-CD46EA471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F8261-2F4D-1F4A-F3E7-1C8870B3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8F24-F5FC-2156-6A60-6AE3DABB0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B6523-1896-E6DE-76D8-12A0B29AF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AECED-6417-7AFC-91AB-EFF1CAB1C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3BEB13-6028-15E6-ADFF-111AF147D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26EB6C-AA33-C609-B9FD-C8BEF1215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83A6C4-AF97-EC12-7078-BA87496D7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7CA4E-B5F8-A4F1-522B-F677410BF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17C1B6-533F-76EE-A74A-02A65DC9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63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CD046-45BD-C82E-0349-2A6C309BE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B2E90F-DE4C-7651-6DC8-320E860EE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7013C3-1087-91DA-E21B-1FD89024E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31D5A-F5A8-31A0-23B7-3D3C423F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656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BEA050-4AEC-2C64-8592-7797B270B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D2A62A-51D7-D5E6-4E2E-6E85D85D4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6DAB5-48BF-FA93-973E-D9A56056A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722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1FF4-8D3C-9E3C-DBEA-D5493B5DA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A189C-D24B-E1A3-E806-48F98AB25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B49B9-D500-22B9-3CC1-A99625CAB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CDFE8-2A8B-1733-095E-E19C8DFDB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4F1E0-4AE3-FE95-D1A9-56B0A1B2F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92FA4-4F37-2411-4988-DB7415588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118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424BE-C436-BA73-3DAE-3108E8551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72A632-CA73-AB38-EA24-27B3A86F3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470153-3236-B69F-5431-DF5268E45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34A5E-D340-396B-DDDB-46075ACA1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49DCE-0577-5BC0-2703-AF557E768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566C7-9B66-867B-CEAD-EBE9291C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5457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32DE-F26D-A73E-A2EF-F96CB39E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7A7E7-9496-2663-C93D-95BFE6CF7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503C9-8366-610D-12C1-D2B00AA6A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30777-682E-A355-A450-A7B8C8A58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427F1-8628-2287-1B9D-0267E0E5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520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2E6689-7BC0-805C-EF14-B1C2F5115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B0133-921D-EB40-798A-A39653075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0B488-478E-FD7B-B5BC-92804DD6B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C71FA-154D-12A7-4F9A-AB46F7CDB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605BD-5670-BB19-F3B9-B83A8C015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77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FA0C3B-3AC7-C60E-F998-23D75A6C6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1DAF0-C765-BF91-791C-01FE90A38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E8951-A9C8-A4F0-8D43-7D4B5A006A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9D273-974A-40A4-AF21-B88972BE91B3}" type="datetimeFigureOut">
              <a:rPr lang="en-ZA" smtClean="0"/>
              <a:t>2025/08/04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FBE5C-D308-8D40-1D93-36227C94D7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9743A-8ADC-EF00-C814-749BAF915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0EECC-DCC5-486B-8D12-D2BED14D31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9020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AC5FE-9DA0-0227-E259-A0A66105C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DD9BA-BA31-E15A-7E2D-A60A7955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970AC-8AC4-48BF-8693-BF3779FC3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95D98-A28A-4504-A24A-B240F77BC1E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61746-F8D6-C99B-8112-7D186801B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B70A1-C260-8811-F9D6-3403E2DDB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8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8A457C-DA3C-1671-15E3-726DA34934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36" b="13752"/>
          <a:stretch/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313678-3369-DCB1-28BF-8F71B1C59283}"/>
              </a:ext>
            </a:extLst>
          </p:cNvPr>
          <p:cNvSpPr/>
          <p:nvPr/>
        </p:nvSpPr>
        <p:spPr>
          <a:xfrm>
            <a:off x="0" y="0"/>
            <a:ext cx="12188952" cy="704088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B486AA-EBDF-4808-50EC-C87101F3CCB8}"/>
              </a:ext>
            </a:extLst>
          </p:cNvPr>
          <p:cNvSpPr/>
          <p:nvPr/>
        </p:nvSpPr>
        <p:spPr>
          <a:xfrm>
            <a:off x="3048" y="6254496"/>
            <a:ext cx="12188952" cy="60350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27CB43-1BD1-6062-6ABE-4A745D5C19A2}"/>
              </a:ext>
            </a:extLst>
          </p:cNvPr>
          <p:cNvSpPr/>
          <p:nvPr/>
        </p:nvSpPr>
        <p:spPr>
          <a:xfrm>
            <a:off x="9444227" y="0"/>
            <a:ext cx="27432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DC2376-A123-B82B-5D72-34B3C5F4D49C}"/>
              </a:ext>
            </a:extLst>
          </p:cNvPr>
          <p:cNvSpPr/>
          <p:nvPr/>
        </p:nvSpPr>
        <p:spPr>
          <a:xfrm>
            <a:off x="6967727" y="3031620"/>
            <a:ext cx="152400" cy="15819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EFD72A-779B-9B0D-7101-B3C5B04F0228}"/>
              </a:ext>
            </a:extLst>
          </p:cNvPr>
          <p:cNvCxnSpPr>
            <a:cxnSpLocks/>
          </p:cNvCxnSpPr>
          <p:nvPr/>
        </p:nvCxnSpPr>
        <p:spPr>
          <a:xfrm>
            <a:off x="9672827" y="1581912"/>
            <a:ext cx="22860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D73535-F1AC-05BB-425D-CF792B905A5D}"/>
              </a:ext>
            </a:extLst>
          </p:cNvPr>
          <p:cNvCxnSpPr>
            <a:cxnSpLocks/>
          </p:cNvCxnSpPr>
          <p:nvPr/>
        </p:nvCxnSpPr>
        <p:spPr>
          <a:xfrm>
            <a:off x="9672827" y="3163825"/>
            <a:ext cx="22860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67666A-0870-70AF-FEA5-0605E77A20EC}"/>
              </a:ext>
            </a:extLst>
          </p:cNvPr>
          <p:cNvCxnSpPr>
            <a:cxnSpLocks/>
          </p:cNvCxnSpPr>
          <p:nvPr/>
        </p:nvCxnSpPr>
        <p:spPr>
          <a:xfrm>
            <a:off x="9672827" y="4746882"/>
            <a:ext cx="22860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55F9A-8438-00CD-1E39-C64FFF947586}"/>
              </a:ext>
            </a:extLst>
          </p:cNvPr>
          <p:cNvSpPr/>
          <p:nvPr/>
        </p:nvSpPr>
        <p:spPr>
          <a:xfrm>
            <a:off x="466725" y="-7620"/>
            <a:ext cx="822960" cy="3657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EE65F5E-D088-9A1A-8B89-ABB4BBEBE216}"/>
              </a:ext>
            </a:extLst>
          </p:cNvPr>
          <p:cNvSpPr/>
          <p:nvPr/>
        </p:nvSpPr>
        <p:spPr>
          <a:xfrm>
            <a:off x="465285" y="-7620"/>
            <a:ext cx="824400" cy="7308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5413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C0F890-C2E3-5ED3-C72E-958B249B5AA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E1C13B-69CC-12D1-30E8-39CD7CEAA108}"/>
              </a:ext>
            </a:extLst>
          </p:cNvPr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298DC1-4B46-6FD5-63C3-5D91BDF36DE7}"/>
              </a:ext>
            </a:extLst>
          </p:cNvPr>
          <p:cNvSpPr/>
          <p:nvPr/>
        </p:nvSpPr>
        <p:spPr>
          <a:xfrm>
            <a:off x="199262" y="228600"/>
            <a:ext cx="11790426" cy="640080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122F1F-73E9-DC90-5857-1A53EC0B7E86}"/>
              </a:ext>
            </a:extLst>
          </p:cNvPr>
          <p:cNvSpPr/>
          <p:nvPr/>
        </p:nvSpPr>
        <p:spPr>
          <a:xfrm>
            <a:off x="1931289" y="228600"/>
            <a:ext cx="10058400" cy="6400800"/>
          </a:xfrm>
          <a:prstGeom prst="roundRect">
            <a:avLst>
              <a:gd name="adj" fmla="val 4762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001EE4-496E-4184-5595-6208EB025970}"/>
              </a:ext>
            </a:extLst>
          </p:cNvPr>
          <p:cNvSpPr/>
          <p:nvPr/>
        </p:nvSpPr>
        <p:spPr>
          <a:xfrm>
            <a:off x="1998726" y="228600"/>
            <a:ext cx="1762125" cy="6400800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3E8979-B43A-CACF-0B67-6DAC5B79F275}"/>
              </a:ext>
            </a:extLst>
          </p:cNvPr>
          <p:cNvSpPr/>
          <p:nvPr/>
        </p:nvSpPr>
        <p:spPr>
          <a:xfrm>
            <a:off x="199169" y="228600"/>
            <a:ext cx="11790519" cy="640800"/>
          </a:xfrm>
          <a:prstGeom prst="roundRect">
            <a:avLst>
              <a:gd name="adj" fmla="val 37043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63EFB5-877A-2E96-DCC3-CC10FC0C422A}"/>
              </a:ext>
            </a:extLst>
          </p:cNvPr>
          <p:cNvSpPr/>
          <p:nvPr/>
        </p:nvSpPr>
        <p:spPr>
          <a:xfrm>
            <a:off x="199262" y="563880"/>
            <a:ext cx="11790426" cy="30552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C6AA174-013D-A363-5289-BF3B11BF539E}"/>
              </a:ext>
            </a:extLst>
          </p:cNvPr>
          <p:cNvSpPr/>
          <p:nvPr/>
        </p:nvSpPr>
        <p:spPr>
          <a:xfrm>
            <a:off x="2024935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4993112-3A4D-8E2D-4CC0-A03DDCB162C3}"/>
              </a:ext>
            </a:extLst>
          </p:cNvPr>
          <p:cNvSpPr/>
          <p:nvPr/>
        </p:nvSpPr>
        <p:spPr>
          <a:xfrm>
            <a:off x="2019517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DD7EBE9-4B82-D451-19CA-5DF1DE7BBC20}"/>
              </a:ext>
            </a:extLst>
          </p:cNvPr>
          <p:cNvSpPr/>
          <p:nvPr/>
        </p:nvSpPr>
        <p:spPr>
          <a:xfrm>
            <a:off x="2019517" y="4441854"/>
            <a:ext cx="265176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7DD5C58-8BEC-DB0E-6BA8-55B7400DDC45}"/>
              </a:ext>
            </a:extLst>
          </p:cNvPr>
          <p:cNvSpPr/>
          <p:nvPr/>
        </p:nvSpPr>
        <p:spPr>
          <a:xfrm>
            <a:off x="3676273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D1342E5-B0C8-7B24-2D13-95CDBF2049FF}"/>
              </a:ext>
            </a:extLst>
          </p:cNvPr>
          <p:cNvSpPr/>
          <p:nvPr/>
        </p:nvSpPr>
        <p:spPr>
          <a:xfrm>
            <a:off x="5327611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0AFB577-8C8E-28F8-060D-35E61F85B222}"/>
              </a:ext>
            </a:extLst>
          </p:cNvPr>
          <p:cNvSpPr/>
          <p:nvPr/>
        </p:nvSpPr>
        <p:spPr>
          <a:xfrm>
            <a:off x="6978949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7A47-ABC0-D150-D176-D413154533EE}"/>
              </a:ext>
            </a:extLst>
          </p:cNvPr>
          <p:cNvSpPr/>
          <p:nvPr/>
        </p:nvSpPr>
        <p:spPr>
          <a:xfrm>
            <a:off x="8630287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4B69A8-BCC0-0ECC-38EA-F5A4CF24A919}"/>
              </a:ext>
            </a:extLst>
          </p:cNvPr>
          <p:cNvSpPr/>
          <p:nvPr/>
        </p:nvSpPr>
        <p:spPr>
          <a:xfrm>
            <a:off x="10276207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E5B2868-52AF-1F72-44E5-C38BD8F3B873}"/>
              </a:ext>
            </a:extLst>
          </p:cNvPr>
          <p:cNvSpPr/>
          <p:nvPr/>
        </p:nvSpPr>
        <p:spPr>
          <a:xfrm>
            <a:off x="5324902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6F4DF0F-4DC4-EFBC-8D2E-C32ABA67780C}"/>
              </a:ext>
            </a:extLst>
          </p:cNvPr>
          <p:cNvSpPr/>
          <p:nvPr/>
        </p:nvSpPr>
        <p:spPr>
          <a:xfrm>
            <a:off x="8630287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A4C609A-763A-FDAE-9E01-84AD07852D4C}"/>
              </a:ext>
            </a:extLst>
          </p:cNvPr>
          <p:cNvSpPr/>
          <p:nvPr/>
        </p:nvSpPr>
        <p:spPr>
          <a:xfrm>
            <a:off x="4817239" y="4441854"/>
            <a:ext cx="6967728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4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A7A63B-8674-2D6C-C39D-B7844C2B33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FB6B5-84C9-7C09-0A76-50D79C24602B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84F3EA-A732-A165-D62E-4216C68B79E5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F0152F-2EEC-8DD3-8819-FABD18E0A94A}"/>
              </a:ext>
            </a:extLst>
          </p:cNvPr>
          <p:cNvSpPr/>
          <p:nvPr/>
        </p:nvSpPr>
        <p:spPr>
          <a:xfrm>
            <a:off x="1866900" y="228600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2F5CE-26B7-D818-0896-E7A587984600}"/>
              </a:ext>
            </a:extLst>
          </p:cNvPr>
          <p:cNvSpPr/>
          <p:nvPr/>
        </p:nvSpPr>
        <p:spPr>
          <a:xfrm>
            <a:off x="1866900" y="228600"/>
            <a:ext cx="1736436" cy="6400800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EC79BB-B76D-F1E4-8B01-B48B48D003D1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6AC768-A43A-0F32-1770-4FB08255FE28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28E566-5C52-D9B2-7003-69F4C74E4F25}"/>
              </a:ext>
            </a:extLst>
          </p:cNvPr>
          <p:cNvSpPr/>
          <p:nvPr/>
        </p:nvSpPr>
        <p:spPr>
          <a:xfrm>
            <a:off x="4473613" y="2331719"/>
            <a:ext cx="3710765" cy="2036807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185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A7A63B-8674-2D6C-C39D-B7844C2B33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FB6B5-84C9-7C09-0A76-50D79C24602B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84F3EA-A732-A165-D62E-4216C68B79E5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F0152F-2EEC-8DD3-8819-FABD18E0A94A}"/>
              </a:ext>
            </a:extLst>
          </p:cNvPr>
          <p:cNvSpPr/>
          <p:nvPr/>
        </p:nvSpPr>
        <p:spPr>
          <a:xfrm>
            <a:off x="1866900" y="228600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2F5CE-26B7-D818-0896-E7A587984600}"/>
              </a:ext>
            </a:extLst>
          </p:cNvPr>
          <p:cNvSpPr/>
          <p:nvPr/>
        </p:nvSpPr>
        <p:spPr>
          <a:xfrm>
            <a:off x="1866900" y="228600"/>
            <a:ext cx="1736436" cy="6400800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EC79BB-B76D-F1E4-8B01-B48B48D003D1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6AC768-A43A-0F32-1770-4FB08255FE28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28E566-5C52-D9B2-7003-69F4C74E4F25}"/>
              </a:ext>
            </a:extLst>
          </p:cNvPr>
          <p:cNvSpPr/>
          <p:nvPr/>
        </p:nvSpPr>
        <p:spPr>
          <a:xfrm>
            <a:off x="2109355" y="1077096"/>
            <a:ext cx="4663440" cy="2559722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1B24189-BB54-070A-DEBC-C95F67295E50}"/>
              </a:ext>
            </a:extLst>
          </p:cNvPr>
          <p:cNvSpPr/>
          <p:nvPr/>
        </p:nvSpPr>
        <p:spPr>
          <a:xfrm>
            <a:off x="7010827" y="1101436"/>
            <a:ext cx="4663440" cy="2559722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AC306E-1625-154A-265D-7D45EE3030F8}"/>
              </a:ext>
            </a:extLst>
          </p:cNvPr>
          <p:cNvSpPr/>
          <p:nvPr/>
        </p:nvSpPr>
        <p:spPr>
          <a:xfrm>
            <a:off x="7010827" y="3865418"/>
            <a:ext cx="4663440" cy="2559722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ED93352-566F-C22D-3F39-64DC8F807A48}"/>
              </a:ext>
            </a:extLst>
          </p:cNvPr>
          <p:cNvSpPr/>
          <p:nvPr/>
        </p:nvSpPr>
        <p:spPr>
          <a:xfrm>
            <a:off x="2109355" y="3865418"/>
            <a:ext cx="4663440" cy="2559722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1697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B5A4B-0990-96DD-ACF4-C8AEA016F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F57732-2525-20F5-455F-2B47E668108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1048DE-608F-AFD0-24F4-B2D6F17D3DD0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FBC587C-9BD4-FCA0-0624-69EAB9854C1E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7012A5-DF24-CD1E-09E6-B7D051FD8D68}"/>
              </a:ext>
            </a:extLst>
          </p:cNvPr>
          <p:cNvSpPr/>
          <p:nvPr/>
        </p:nvSpPr>
        <p:spPr>
          <a:xfrm>
            <a:off x="1866900" y="228600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DB3766-BD78-B584-4386-461B5D2804D6}"/>
              </a:ext>
            </a:extLst>
          </p:cNvPr>
          <p:cNvSpPr/>
          <p:nvPr/>
        </p:nvSpPr>
        <p:spPr>
          <a:xfrm>
            <a:off x="1866900" y="228600"/>
            <a:ext cx="1736436" cy="6400800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0B0C34-47DC-5CD3-D4B8-B7EBADA58923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FF91D8-1F11-19D1-41F5-09AF4EC52752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4164046-089C-D57A-5F8F-11E6E03023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36" t="27598" b="37226"/>
          <a:stretch>
            <a:fillRect/>
          </a:stretch>
        </p:blipFill>
        <p:spPr>
          <a:xfrm>
            <a:off x="1864367" y="868680"/>
            <a:ext cx="10060933" cy="22098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1D205D9-AE7A-FFBC-F9D8-441375A34FA9}"/>
              </a:ext>
            </a:extLst>
          </p:cNvPr>
          <p:cNvSpPr/>
          <p:nvPr/>
        </p:nvSpPr>
        <p:spPr>
          <a:xfrm>
            <a:off x="1864367" y="868680"/>
            <a:ext cx="10060933" cy="2209800"/>
          </a:xfrm>
          <a:prstGeom prst="rect">
            <a:avLst/>
          </a:prstGeom>
          <a:solidFill>
            <a:schemeClr val="bg2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0D842AD-D8B4-AB74-E89C-37F15230DE74}"/>
              </a:ext>
            </a:extLst>
          </p:cNvPr>
          <p:cNvSpPr/>
          <p:nvPr/>
        </p:nvSpPr>
        <p:spPr>
          <a:xfrm>
            <a:off x="2277456" y="3611880"/>
            <a:ext cx="2651760" cy="2743200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5B3CC7B-AB0B-D1E5-3791-9E9936DDEDDD}"/>
              </a:ext>
            </a:extLst>
          </p:cNvPr>
          <p:cNvSpPr/>
          <p:nvPr/>
        </p:nvSpPr>
        <p:spPr>
          <a:xfrm>
            <a:off x="8938230" y="3611880"/>
            <a:ext cx="2651760" cy="2743200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5CF2CE5-2A03-ACAF-4941-434537B13A74}"/>
              </a:ext>
            </a:extLst>
          </p:cNvPr>
          <p:cNvSpPr/>
          <p:nvPr/>
        </p:nvSpPr>
        <p:spPr>
          <a:xfrm>
            <a:off x="5568953" y="3611880"/>
            <a:ext cx="2651760" cy="2743200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60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</Words>
  <Application>Microsoft Office PowerPoint</Application>
  <PresentationFormat>Widescreen</PresentationFormat>
  <Paragraphs>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Muzuvukile Nqwiliso</dc:creator>
  <cp:lastModifiedBy>Muzuvukile Nqwiliso</cp:lastModifiedBy>
  <cp:revision>15</cp:revision>
  <dcterms:created xsi:type="dcterms:W3CDTF">2025-08-04T08:51:54Z</dcterms:created>
  <dcterms:modified xsi:type="dcterms:W3CDTF">2025-08-04T13:33:49Z</dcterms:modified>
</cp:coreProperties>
</file>